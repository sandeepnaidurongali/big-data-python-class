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57" r:id="rId7"/>
    <p:sldId id="263" r:id="rId8"/>
    <p:sldId id="265" r:id="rId9"/>
    <p:sldId id="262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10/22/2018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Algerian" panose="04020705040A02060702" pitchFamily="82" charset="0"/>
              </a:rPr>
              <a:t>Network intrusion detection using big Data Analytics</a:t>
            </a:r>
            <a:endParaRPr lang="en-US" sz="4000" dirty="0">
              <a:latin typeface="Algerian" panose="04020705040A02060702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dirty="0" smtClean="0"/>
              <a:t>                                                         </a:t>
            </a:r>
            <a:r>
              <a:rPr lang="en-US" sz="14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Sandeep Naidu Rongali</a:t>
            </a:r>
            <a:endParaRPr lang="en-US" sz="14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81460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645" y="12879"/>
            <a:ext cx="94530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599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1107582"/>
            <a:ext cx="3258980" cy="1259509"/>
          </a:xfrm>
        </p:spPr>
        <p:txBody>
          <a:bodyPr>
            <a:normAutofit/>
          </a:bodyPr>
          <a:lstStyle/>
          <a:p>
            <a:r>
              <a:rPr lang="en-US" sz="4400" cap="none" dirty="0" smtClean="0">
                <a:latin typeface="Algerian" panose="04020705040A02060702" pitchFamily="82" charset="0"/>
              </a:rPr>
              <a:t>Intrusion:</a:t>
            </a:r>
            <a:endParaRPr lang="en-US" sz="4400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set of actions aimed to compromise the security goals namely integrity, confidentiality or availability of computing and networking resource.</a:t>
            </a:r>
          </a:p>
          <a:p>
            <a:pPr algn="just"/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Intruders may be from outside the network or legitimate users of the network</a:t>
            </a:r>
            <a:r>
              <a:rPr lang="en-US" sz="28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8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Intrusion can be a physical, system or remote intrusion.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00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8127194" cy="1596177"/>
          </a:xfrm>
        </p:spPr>
        <p:txBody>
          <a:bodyPr/>
          <a:lstStyle/>
          <a:p>
            <a:r>
              <a:rPr lang="en-US" cap="none" dirty="0" smtClean="0">
                <a:latin typeface="Algerian" panose="04020705040A02060702" pitchFamily="82" charset="0"/>
              </a:rPr>
              <a:t>Some types </a:t>
            </a:r>
            <a:r>
              <a:rPr lang="en-US" cap="none" dirty="0">
                <a:latin typeface="Algerian" panose="04020705040A02060702" pitchFamily="82" charset="0"/>
              </a:rPr>
              <a:t>o</a:t>
            </a:r>
            <a:r>
              <a:rPr lang="en-US" cap="none" dirty="0" smtClean="0">
                <a:latin typeface="Algerian" panose="04020705040A02060702" pitchFamily="82" charset="0"/>
              </a:rPr>
              <a:t>f Intruder Attacks: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b="1" cap="none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Passive Attacks:</a:t>
            </a:r>
            <a:endParaRPr lang="en-US" sz="2800" b="1" cap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Eavesdropping: </a:t>
            </a:r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Listen to packets from other parties.</a:t>
            </a:r>
          </a:p>
          <a:p>
            <a:r>
              <a:rPr lang="en-US" b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Traffic Analysis: </a:t>
            </a:r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Learn</a:t>
            </a:r>
            <a:r>
              <a:rPr lang="en-US" b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about network from observing traffic </a:t>
            </a:r>
            <a:r>
              <a:rPr lang="en-US" cap="none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patterns.</a:t>
            </a:r>
            <a:endParaRPr lang="en-US" cap="none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cap="none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Active Attacks: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3806988"/>
          </a:xfrm>
        </p:spPr>
        <p:txBody>
          <a:bodyPr>
            <a:normAutofit/>
          </a:bodyPr>
          <a:lstStyle/>
          <a:p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Denial of </a:t>
            </a:r>
            <a:r>
              <a:rPr lang="en-US" b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Service: </a:t>
            </a:r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Message did not make or service couldn’t run.</a:t>
            </a:r>
          </a:p>
          <a:p>
            <a:r>
              <a:rPr lang="en-US" b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Masquerading or spoofing: 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actual sender is not claimed sender</a:t>
            </a:r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 Modification: </a:t>
            </a:r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message was modified in transmission.</a:t>
            </a:r>
          </a:p>
          <a:p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1527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6" y="991673"/>
            <a:ext cx="7805222" cy="1223021"/>
          </a:xfrm>
        </p:spPr>
        <p:txBody>
          <a:bodyPr>
            <a:normAutofit/>
          </a:bodyPr>
          <a:lstStyle/>
          <a:p>
            <a:r>
              <a:rPr lang="en-US" sz="4000" dirty="0" smtClean="0">
                <a:latin typeface="Algerian" panose="04020705040A02060702" pitchFamily="82" charset="0"/>
              </a:rPr>
              <a:t>Intrusion Detection system</a:t>
            </a:r>
            <a:r>
              <a:rPr lang="en-US" sz="4000" dirty="0">
                <a:latin typeface="Algerian" panose="04020705040A02060702" pitchFamily="82" charset="0"/>
              </a:rPr>
              <a:t>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485624"/>
            <a:ext cx="9724175" cy="3305576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8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Intrusion 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Systems look for attack signatures, which are specific patterns that usually indicate malicious or suspicious intent.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603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735" y="965915"/>
            <a:ext cx="9710671" cy="5061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922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9737053" cy="1751195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Algerian" panose="04020705040A02060702" pitchFamily="82" charset="0"/>
              </a:rPr>
              <a:t>Big Data Analytics in Network Intrusion </a:t>
            </a:r>
            <a:r>
              <a:rPr lang="en-US" sz="2800" b="1" dirty="0" smtClean="0">
                <a:latin typeface="Algerian" panose="04020705040A02060702" pitchFamily="82" charset="0"/>
              </a:rPr>
              <a:t>Detection:</a:t>
            </a:r>
            <a:endParaRPr lang="en-US" sz="2800"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253802"/>
            <a:ext cx="10363826" cy="3193961"/>
          </a:xfrm>
        </p:spPr>
        <p:txBody>
          <a:bodyPr>
            <a:normAutofit/>
          </a:bodyPr>
          <a:lstStyle/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etwork flows analysis, 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logs, and system events has been used for intrusion detection. </a:t>
            </a:r>
            <a:endParaRPr lang="en-US" cap="none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Network 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flows, logs, and system events, etc. generate big </a:t>
            </a:r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data. </a:t>
            </a:r>
          </a:p>
          <a:p>
            <a:pPr>
              <a:lnSpc>
                <a:spcPct val="150000"/>
              </a:lnSpc>
            </a:pPr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is difficult to analyze this large heterogonous data using traditional methods , so we are trying to implement detection system in Big Data Analytics.</a:t>
            </a: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187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862258" y="1468192"/>
            <a:ext cx="10363826" cy="4541948"/>
          </a:xfrm>
        </p:spPr>
        <p:txBody>
          <a:bodyPr/>
          <a:lstStyle/>
          <a:p>
            <a:pPr marL="0" indent="0">
              <a:buNone/>
            </a:pPr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Big 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technologies are analyzing </a:t>
            </a:r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 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heterogeneous datasets at a high speed and transforming security analytics by: </a:t>
            </a:r>
            <a:endParaRPr lang="en-US" cap="none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Capturing 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scale data from numerous internal and external sources such as vulnerability </a:t>
            </a:r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databases.</a:t>
            </a:r>
          </a:p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Conducting 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analytics on the data.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Achieving real-time analysis of stream data.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Presenting an integrated view of security-related information.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428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8706743" cy="1184525"/>
          </a:xfrm>
        </p:spPr>
        <p:txBody>
          <a:bodyPr>
            <a:normAutofit/>
          </a:bodyPr>
          <a:lstStyle/>
          <a:p>
            <a:r>
              <a:rPr lang="en-US" sz="4000" dirty="0" smtClean="0">
                <a:latin typeface="Algerian" panose="04020705040A02060702" pitchFamily="82" charset="0"/>
              </a:rPr>
              <a:t>Intrusion detection in big data:</a:t>
            </a:r>
            <a:endParaRPr lang="en-US" sz="4000" dirty="0">
              <a:latin typeface="Algerian" panose="04020705040A02060702" pitchFamily="82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708339" y="1803042"/>
            <a:ext cx="10406130" cy="4713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495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854" y="1093947"/>
            <a:ext cx="10612192" cy="526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591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1C647B"/>
      </a:dk2>
      <a:lt2>
        <a:srgbClr val="98B7D3"/>
      </a:lt2>
      <a:accent1>
        <a:srgbClr val="274FA4"/>
      </a:accent1>
      <a:accent2>
        <a:srgbClr val="48A8D0"/>
      </a:accent2>
      <a:accent3>
        <a:srgbClr val="53B18F"/>
      </a:accent3>
      <a:accent4>
        <a:srgbClr val="D78D38"/>
      </a:accent4>
      <a:accent5>
        <a:srgbClr val="BA3F51"/>
      </a:accent5>
      <a:accent6>
        <a:srgbClr val="AE52D9"/>
      </a:accent6>
      <a:hlink>
        <a:srgbClr val="2AA2DA"/>
      </a:hlink>
      <a:folHlink>
        <a:srgbClr val="76A3B8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DEB094D4-7FD8-4F86-93D5-B0F1341EF58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5103</TotalTime>
  <Words>279</Words>
  <Application>Microsoft Office PowerPoint</Application>
  <PresentationFormat>Widescreen</PresentationFormat>
  <Paragraphs>26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 Unicode MS</vt:lpstr>
      <vt:lpstr>Algerian</vt:lpstr>
      <vt:lpstr>Arial</vt:lpstr>
      <vt:lpstr>Times New Roman</vt:lpstr>
      <vt:lpstr>Tw Cen MT</vt:lpstr>
      <vt:lpstr>Droplet</vt:lpstr>
      <vt:lpstr>Network intrusion detection using big Data Analytics</vt:lpstr>
      <vt:lpstr>PowerPoint Presentation</vt:lpstr>
      <vt:lpstr>Intrusion:</vt:lpstr>
      <vt:lpstr>Some types of Intruder Attacks:</vt:lpstr>
      <vt:lpstr>Intrusion Detection system:</vt:lpstr>
      <vt:lpstr>PowerPoint Presentation</vt:lpstr>
      <vt:lpstr>Big Data Analytics in Network Intrusion Detection:</vt:lpstr>
      <vt:lpstr>PowerPoint Presentation</vt:lpstr>
      <vt:lpstr>Intrusion detection in big data: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intrusion detection using big Data Analytics</dc:title>
  <dc:creator>Sandeep</dc:creator>
  <cp:lastModifiedBy>Sandeep</cp:lastModifiedBy>
  <cp:revision>26</cp:revision>
  <dcterms:created xsi:type="dcterms:W3CDTF">2018-10-18T15:46:01Z</dcterms:created>
  <dcterms:modified xsi:type="dcterms:W3CDTF">2018-10-22T20:24:50Z</dcterms:modified>
</cp:coreProperties>
</file>